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71e67470c05d43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71e67470c05d4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71e67470c05d43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71e67470c05d43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271e67470c05d43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271e67470c05d43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71e67470c05d43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271e67470c05d43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71e67470c05d43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71e67470c05d43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71e67470c05d43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271e67470c05d43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271e67470c05d43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271e67470c05d43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3700" y="1389475"/>
            <a:ext cx="7776600" cy="101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sv" sz="4600">
                <a:solidFill>
                  <a:srgbClr val="BBBEBF"/>
                </a:solidFill>
              </a:rPr>
              <a:t>Project: Dataset Visualization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025800" y="3799300"/>
            <a:ext cx="3092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Group 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Rasmus Serrestam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Business Understanding and Data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Business objective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</a:rPr>
              <a:t>Build an interactive dashboard to explore video game sales and show differences between markets.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Main questions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Which platforms and genres perform best in different regions?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How have sales and platform popularity changed over time?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Which games have the highest reported worldwide sales?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Which publishers and platforms show strong sales performance?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Dataset overview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Main dataset: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vg_charts.csv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sv" sz="1100">
                <a:solidFill>
                  <a:schemeClr val="dk1"/>
                </a:solidFill>
              </a:rPr>
              <a:t>64,016 rows and 14 columns</a:t>
            </a:r>
            <a:r>
              <a:rPr lang="sv" sz="1100">
                <a:solidFill>
                  <a:schemeClr val="dk1"/>
                </a:solidFill>
              </a:rPr>
              <a:t> in the supplied CSV.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Key attributes: title, platform, genre, publisher, developer, critic score, regional sales and release date.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Supporting datasets include developer, publisher and geographic 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Data Preparation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285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How we prepared the data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sv" sz="1100">
                <a:solidFill>
                  <a:schemeClr val="dk1"/>
                </a:solidFill>
              </a:rPr>
              <a:t>Remove duplicates</a:t>
            </a:r>
            <a:r>
              <a:rPr lang="sv" sz="1100">
                <a:solidFill>
                  <a:schemeClr val="dk1"/>
                </a:solidFill>
              </a:rPr>
              <a:t> using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drop_duplicates()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sv" sz="1100">
                <a:solidFill>
                  <a:schemeClr val="dk1"/>
                </a:solidFill>
              </a:rPr>
              <a:t>Clean text columns</a:t>
            </a:r>
            <a:r>
              <a:rPr lang="sv" sz="1100">
                <a:solidFill>
                  <a:schemeClr val="dk1"/>
                </a:solidFill>
              </a:rPr>
              <a:t> by removing surrounding whitespace and converting empty strings to missing values.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sv" sz="1100">
                <a:solidFill>
                  <a:schemeClr val="dk1"/>
                </a:solidFill>
              </a:rPr>
              <a:t>Convert dates</a:t>
            </a:r>
            <a:r>
              <a:rPr lang="sv" sz="1100">
                <a:solidFill>
                  <a:schemeClr val="dk1"/>
                </a:solidFill>
              </a:rPr>
              <a:t> using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pd.to_datetime()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sv" sz="1100">
                <a:solidFill>
                  <a:schemeClr val="dk1"/>
                </a:solidFill>
              </a:rPr>
              <a:t>Convert sales and critic scores</a:t>
            </a:r>
            <a:r>
              <a:rPr lang="sv" sz="1100">
                <a:solidFill>
                  <a:schemeClr val="dk1"/>
                </a:solidFill>
              </a:rPr>
              <a:t> to numeric data types using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pd.to_numeric()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sv" sz="1100">
                <a:solidFill>
                  <a:schemeClr val="dk1"/>
                </a:solidFill>
              </a:rPr>
              <a:t>Create </a:t>
            </a:r>
            <a:r>
              <a:rPr b="1"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release_year</a:t>
            </a:r>
            <a:r>
              <a:rPr lang="sv" sz="1100">
                <a:solidFill>
                  <a:schemeClr val="dk1"/>
                </a:solidFill>
              </a:rPr>
              <a:t> from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release_date</a:t>
            </a:r>
            <a:r>
              <a:rPr lang="sv" sz="1100">
                <a:solidFill>
                  <a:schemeClr val="dk1"/>
                </a:solidFill>
              </a:rPr>
              <a:t> to support time-based analysis.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300">
                <a:solidFill>
                  <a:schemeClr val="dk1"/>
                </a:solidFill>
              </a:rPr>
              <a:t>Values that cause errors are converted to NaN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925" y="579625"/>
            <a:ext cx="55618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sv" sz="2300"/>
              <a:t>Interactive Dashboard and Visualization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79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From data to insights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</a:rPr>
              <a:t>Our Dash application uses interactive visualizations to explore: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Regional sales differences.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Platform and genre popularity.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Sales trends by release year.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Top-selling games and publisher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Visualization choices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sv" sz="1100">
                <a:solidFill>
                  <a:schemeClr val="dk1"/>
                </a:solidFill>
              </a:rPr>
              <a:t>Bar charts:</a:t>
            </a:r>
            <a:r>
              <a:rPr lang="sv" sz="1100">
                <a:solidFill>
                  <a:schemeClr val="dk1"/>
                </a:solidFill>
              </a:rPr>
              <a:t> Compare platforms, genres and games.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sv" sz="1100">
                <a:solidFill>
                  <a:schemeClr val="dk1"/>
                </a:solidFill>
              </a:rPr>
              <a:t>Line charts:</a:t>
            </a:r>
            <a:r>
              <a:rPr lang="sv" sz="1100">
                <a:solidFill>
                  <a:schemeClr val="dk1"/>
                </a:solidFill>
              </a:rPr>
              <a:t> Examine changes in sales and popularity over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sv" sz="1100">
                <a:solidFill>
                  <a:schemeClr val="dk1"/>
                </a:solidFill>
              </a:rPr>
              <a:t>Interactive filters:</a:t>
            </a:r>
            <a:r>
              <a:rPr lang="sv" sz="1100">
                <a:solidFill>
                  <a:schemeClr val="dk1"/>
                </a:solidFill>
              </a:rPr>
              <a:t> Focus on particular platforms, regions, genres or years where supported by the application.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sv" sz="1100">
                <a:solidFill>
                  <a:schemeClr val="dk1"/>
                </a:solidFill>
              </a:rPr>
              <a:t>Tooltips:</a:t>
            </a:r>
            <a:r>
              <a:rPr lang="sv" sz="1100">
                <a:solidFill>
                  <a:schemeClr val="dk1"/>
                </a:solidFill>
              </a:rPr>
              <a:t> Inspect individual values without overcrowding the charts.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658100" y="1703750"/>
            <a:ext cx="3627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5200"/>
              <a:t>Live Demo</a:t>
            </a:r>
            <a:endParaRPr sz="5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sv" sz="2300"/>
              <a:t>Key Findings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chemeClr val="dk1"/>
                </a:solidFill>
              </a:rPr>
              <a:t>1. Regional differences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North America has the largest sum of reported regional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Sports is the leading genre by reported sales in North America.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Role-playing games lead by reported genre sales in Japan.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Action games narrowly lead Sports in European &amp; African.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chemeClr val="dk1"/>
                </a:solidFill>
              </a:rPr>
              <a:t>2. Platform popularity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PS2 has the largest aggregate reported </a:t>
            </a:r>
            <a:r>
              <a:rPr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lang="sv" sz="1100">
                <a:solidFill>
                  <a:schemeClr val="dk1"/>
                </a:solidFill>
              </a:rPr>
              <a:t> among platforms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v" sz="1100">
                <a:solidFill>
                  <a:schemeClr val="dk1"/>
                </a:solidFill>
              </a:rPr>
              <a:t>3. Top-selling game records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sv" sz="1100">
                <a:solidFill>
                  <a:schemeClr val="dk1"/>
                </a:solidFill>
              </a:rPr>
              <a:t>The highest sold individual game per </a:t>
            </a:r>
            <a:r>
              <a:rPr lang="sv" sz="1100">
                <a:solidFill>
                  <a:schemeClr val="dk1"/>
                </a:solidFill>
              </a:rPr>
              <a:t>platform </a:t>
            </a:r>
            <a:r>
              <a:rPr lang="sv" sz="1100">
                <a:solidFill>
                  <a:schemeClr val="dk1"/>
                </a:solidFill>
              </a:rPr>
              <a:t> is </a:t>
            </a:r>
            <a:r>
              <a:rPr i="1" lang="sv" sz="1100">
                <a:solidFill>
                  <a:schemeClr val="dk1"/>
                </a:solidFill>
              </a:rPr>
              <a:t>Grand Theft Auto V</a:t>
            </a:r>
            <a:r>
              <a:rPr lang="sv" sz="1100">
                <a:solidFill>
                  <a:schemeClr val="dk1"/>
                </a:solidFill>
              </a:rPr>
              <a:t> on PS3, at </a:t>
            </a:r>
            <a:r>
              <a:rPr b="1" lang="sv" sz="1100">
                <a:solidFill>
                  <a:schemeClr val="dk1"/>
                </a:solidFill>
              </a:rPr>
              <a:t>20.32 million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sv" sz="2300"/>
              <a:t>Evaluation, Limitations and Conclusion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What worked well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Pandas provides a consistent process for cleaning and transforming the data.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Interactive Plotly charts allow users to explore several business questions.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The CRISP-DM process provides a structured approach from business understanding to evaluation.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Data limitations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The original dataset contains 64,016 rows.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Approximately </a:t>
            </a:r>
            <a:r>
              <a:rPr b="1" lang="sv" sz="1100">
                <a:solidFill>
                  <a:schemeClr val="dk1"/>
                </a:solidFill>
              </a:rPr>
              <a:t>70.4% of </a:t>
            </a:r>
            <a:r>
              <a:rPr b="1"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total_sales</a:t>
            </a:r>
            <a:r>
              <a:rPr b="1" lang="sv" sz="1100">
                <a:solidFill>
                  <a:schemeClr val="dk1"/>
                </a:solidFill>
              </a:rPr>
              <a:t> values are missing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Approximately </a:t>
            </a:r>
            <a:r>
              <a:rPr b="1" lang="sv" sz="1100">
                <a:solidFill>
                  <a:schemeClr val="dk1"/>
                </a:solidFill>
              </a:rPr>
              <a:t>80.3% of </a:t>
            </a:r>
            <a:r>
              <a:rPr b="1"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na_sales</a:t>
            </a:r>
            <a:r>
              <a:rPr b="1" lang="sv" sz="1100">
                <a:solidFill>
                  <a:schemeClr val="dk1"/>
                </a:solidFill>
              </a:rPr>
              <a:t> and 89.5% of </a:t>
            </a:r>
            <a:r>
              <a:rPr b="1" lang="sv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jp_sales</a:t>
            </a:r>
            <a:r>
              <a:rPr b="1" lang="sv" sz="1100">
                <a:solidFill>
                  <a:schemeClr val="dk1"/>
                </a:solidFill>
              </a:rPr>
              <a:t> values are missing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Missing data can change rankings, regional comparisons and apparent trends.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sv" sz="1300">
                <a:solidFill>
                  <a:schemeClr val="dk1"/>
                </a:solidFill>
              </a:rPr>
              <a:t>Possible improvements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Investigate the </a:t>
            </a:r>
            <a:r>
              <a:rPr lang="sv" sz="1100">
                <a:solidFill>
                  <a:schemeClr val="dk1"/>
                </a:solidFill>
              </a:rPr>
              <a:t>possibility</a:t>
            </a:r>
            <a:r>
              <a:rPr lang="sv" sz="1100">
                <a:solidFill>
                  <a:schemeClr val="dk1"/>
                </a:solidFill>
              </a:rPr>
              <a:t> to recover some missing sales values.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Improve the dashboard </a:t>
            </a:r>
            <a:r>
              <a:rPr lang="sv" sz="1100">
                <a:solidFill>
                  <a:schemeClr val="dk1"/>
                </a:solidFill>
              </a:rPr>
              <a:t>with better data representation</a:t>
            </a:r>
            <a:r>
              <a:rPr lang="sv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v" sz="1100">
                <a:solidFill>
                  <a:schemeClr val="dk1"/>
                </a:solidFill>
              </a:rPr>
              <a:t>Reassess conclusions after improving data quality.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202000" y="1812450"/>
            <a:ext cx="2174700" cy="12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7200"/>
              <a:t>END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